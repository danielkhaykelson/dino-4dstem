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Label-free, bias-free classification of difficult 4D-STEM diffraction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A diffraction-tailored self-supervised model — validated against expert segmentation, and interpretable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IMC · NaPHI · EuInAs   |   no labels · no K · no n-components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Daniel Khaykelson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65A82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A2230"/>
                </a:solidFill>
                <a:latin typeface="Calibri"/>
              </a:rPr>
              <a:t>Difficult 4D-STEM — beam-sensitive, low-dose, many domains, diffuse scattering — needs a fast, unbiased first segmentation.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700" b="1" i="0">
                <a:solidFill>
                  <a:srgbClr val="1C7293"/>
                </a:solidFill>
                <a:latin typeface="Calibri"/>
              </a:rPr>
              <a:t>But every standard route asks the microscopist to commit upfront: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• k-means / HDBSCAN — choose K (or density)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• NMF / PCA — choose n-components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• supervised — provide labels (huge effort on hard data)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• SAM + orientation mapping — slow, and needs user feature parameters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700" b="0" i="1">
                <a:solidFill>
                  <a:srgbClr val="065A82"/>
                </a:solidFill>
                <a:latin typeface="Calibri"/>
              </a:rPr>
              <a:t>Goal: a label-free, parameter-free first map — that we can also trust and explain physically.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14300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The method — a model engineered for diffraction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5A6678"/>
                </a:solidFill>
                <a:latin typeface="Calibri"/>
              </a:rPr>
              <a:t>Self-distillation (DINO) with design choices specific to NBED — not a borrowed vision model: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1051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830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230"/>
                </a:solidFill>
                <a:latin typeface="Georgia"/>
              </a:rPr>
              <a:t>CNN (ResNet), truncated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64792"/>
            <a:ext cx="6675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right inductive bias + capacity for small, sparse, low-count patterns (ViT is data-hungry, overkill here)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5351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260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230"/>
                </a:solidFill>
                <a:latin typeface="Georgia"/>
              </a:rPr>
              <a:t>Physics-chosen augmentations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07792"/>
            <a:ext cx="6675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azimuthal theta-roll -&gt; in-plane-rotation invariance; flips / colour-jitter disabled (meaningless for diffraction)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0690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230"/>
                </a:solidFill>
                <a:latin typeface="Georgia"/>
              </a:rPr>
              <a:t>Radial-gated SupCon + 1-D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050792"/>
            <a:ext cx="6675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grouping biased toward the physically meaningful radial / ring signature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3951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1208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230"/>
                </a:solidFill>
                <a:latin typeface="Georgia"/>
              </a:rPr>
              <a:t>Emergent K + optional semi-supervision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193792"/>
            <a:ext cx="6675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over-specify prototypes; the model uses what it needs. A few pairwise hints can steer it if wanted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4300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It gets the known answer — label-free</a:t>
            </a:r>
          </a:p>
        </p:txBody>
      </p:sp>
      <p:pic>
        <p:nvPicPr>
          <p:cNvPr id="4" name="Picture 3" descr="naphi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657" y="1097280"/>
            <a:ext cx="8541645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36007"/>
            <a:ext cx="1133856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5A6678"/>
                </a:solidFill>
                <a:latin typeface="Calibri"/>
              </a:rPr>
              <a:t>NaPHI: our class map vs our previously-published SAM+orientation map (same scan, aligned).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74920"/>
            <a:ext cx="10881360" cy="13716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93792"/>
            <a:ext cx="1042416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DINO reproduces the published 'Line' domain  —  IoU 0.68, Dice 0.81, ~75% recovered  —  with NO labels, NO SAM, and NO user line-parameters.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...and transfers to a new (tilted) acquisition of the same flake in milliseconds.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4300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It cracks the hard case</a:t>
            </a:r>
          </a:p>
        </p:txBody>
      </p:sp>
      <p:pic>
        <p:nvPicPr>
          <p:cNvPr id="4" name="Picture 3" descr="classical_vs_dino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8165"/>
            <a:ext cx="11338560" cy="2298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858768"/>
            <a:ext cx="1133856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5A6678"/>
                </a:solidFill>
                <a:latin typeface="Calibri"/>
              </a:rPr>
              <a:t>IMC (low-dose molecular): DINO (far left) vs classical clusterings of the same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88136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10424160" cy="1554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On the hard molecular films, classical methods (virtual-DF / radial / PCA / NMF) do NOT reproduce the DINO map (best agreement ARI ~ 0.11-0.21).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There is no external ground truth here — classical analysis simply cannot give a coherent map. Our method is the only route, and (next slide) we prove the map is physical, not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521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65A82"/>
                </a:solidFill>
                <a:latin typeface="Georgia"/>
              </a:rPr>
              <a:t>What the clusters mean (and when we add value)</a:t>
            </a:r>
          </a:p>
        </p:txBody>
      </p:sp>
      <p:pic>
        <p:nvPicPr>
          <p:cNvPr id="4" name="Picture 3" descr="cro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81" y="1097280"/>
            <a:ext cx="9870797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721607"/>
            <a:ext cx="1152144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5A6678"/>
                </a:solidFill>
                <a:latin typeface="Calibri"/>
              </a:rPr>
              <a:t>(a) what's encoded (probe R2)  (b) causal ablations  (c) classical agreement.  IMC SI3/SI4/SI5 - NaPHI - EuInAs</a:t>
            </a:r>
          </a:p>
        </p:txBody>
      </p:sp>
      <p:pic>
        <p:nvPicPr>
          <p:cNvPr id="6" name="Picture 5" descr="ablation_demo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07336"/>
            <a:ext cx="7315200" cy="15180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4206240"/>
            <a:ext cx="3657600" cy="210312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4315968"/>
            <a:ext cx="3200400" cy="1874519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alibri"/>
              </a:rPr>
              <a:t>Built-in interpretability protocol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Clusters are driven by scattered intensity + low-q 2-D structure; rotation-invariant; NOT orientation (molecular).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CADCFC"/>
                </a:solidFill>
                <a:latin typeface="Calibri"/>
              </a:rPr>
              <a:t>Uniqueness is material-dependent (panel 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5214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65A82"/>
                </a:solidFill>
                <a:latin typeface="Georgia"/>
              </a:rPr>
              <a:t>It generalises — crystalline, multi-phase, orientation</a:t>
            </a:r>
          </a:p>
        </p:txBody>
      </p:sp>
      <p:pic>
        <p:nvPicPr>
          <p:cNvPr id="4" name="Picture 3" descr="classical_vs_dino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4082"/>
            <a:ext cx="11338560" cy="1635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21607"/>
            <a:ext cx="1133856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5A6678"/>
                </a:solidFill>
                <a:latin typeface="Calibri"/>
              </a:rPr>
              <a:t>EuInAs (layered, 3-phase): DINO vs classical clusterings.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1088136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424160" cy="1554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On the well-ordered EuInAs, classical methods get about halfway (ARI ~ 0.44) — DINO stays closer to classical here (it is most distinctive on the HARD molecular samples).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400" b="0" i="0">
                <a:solidFill>
                  <a:srgbClr val="1A2230"/>
                </a:solidFill>
                <a:latin typeface="Calibri"/>
              </a:rPr>
              <a:t>And 3-phase ACOM shows DINO additionally tracks crystal orientation here (zone-axis AMI ~ 0.30) — a genuine secondary axis the molecular films don't have.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What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1.  A diffraction-tailored self-supervised classifier — label-free, no K, rotation-invariant, with optional semi-supervision.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2.  Validation against our published expert segmentation (NaPHI), label-free and without SAM; ms transfer to new data.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3.  A built-in interpretability protocol that proves the clusters are physical (scattered intensity + low-q structure) and quantifies when the model beats classical (hard molecular IMC) vs converges with it (ordered NaPHI / EuInAs).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700" b="0" i="1">
                <a:solidFill>
                  <a:srgbClr val="E8A33D"/>
                </a:solidFill>
                <a:latin typeface="Calibri"/>
              </a:rPr>
              <a:t>Most valuable exactly where existing tools fail: low-dose, diffuse, molecular crystals.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